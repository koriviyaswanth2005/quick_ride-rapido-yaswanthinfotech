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3.1: project overview, screens and setup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54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HTML, CSS and JavaScript front end with a Node.js and Express API</a:t>
            </a:r>
            <a:endParaRPr lang="en-US" sz="1400" dirty="0"/>
          </a:p>
        </p:txBody>
      </p:sp>
      <p:pic>
        <p:nvPicPr>
          <p:cNvPr id="5" name="Image 0" descr="/tmp/claude-0/-home-claude/b7ba3222-b7aa-56f0-9659-bae9c7791b0a/scratchpad/sho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4300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Bike-taxi booking demo  |  Independent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covers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rider, captain,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2896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82896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types: Bike, Bike Plus, Auto, Cab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21424" y="11887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04304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acceptance window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 with pickup and drop-off search, live fare estimate and a 4-step ride tracker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 for riders, captains and administrators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Careers, safety, press, blog, contact and developer pages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Node.js API for shared rides, accounts, captain requests and ratings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Browser-only demo mode that keeps data in localStorage when the API is not running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types and fare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Ride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fare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km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Example: 10 km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Bike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Bike Plus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= base + per km x road distance, rounded and never below the base fare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distance comes from OSRM. If routing is unavailable, the straight-line distance is multiplied by 1.3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rates from server.js; administrators can change them through the pricing endpoint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4</a:t>
            </a:r>
            <a:endParaRPr lang="en-US" sz="900" dirty="0"/>
          </a:p>
        </p:txBody>
      </p:sp>
      <p:pic>
        <p:nvPicPr>
          <p:cNvPr id="4" name="Image 0" descr="/tmp/claude-0/-home-claude/b7ba3222-b7aa-56f0-9659-bae9c7791b0a/scratchpad/shots/05-custom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374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count, completed rides, total spend and average rating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shortcut and trip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completed rides with 1 to 5 stars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card and saved places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5</a:t>
            </a:r>
            <a:endParaRPr lang="en-US" sz="900" dirty="0"/>
          </a:p>
        </p:txBody>
      </p:sp>
      <p:pic>
        <p:nvPicPr>
          <p:cNvPr id="4" name="Image 0" descr="/tmp/claude-0/-home-claude/b7ba3222-b7aa-56f0-9659-bae9c7791b0a/scratchpad/shots/06-capta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374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ride requests within the 30-second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rides through accepted, in-progress and completed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are shown at 80% of each completed fare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from completed rides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command center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6</a:t>
            </a:r>
            <a:endParaRPr lang="en-US" sz="900" dirty="0"/>
          </a:p>
        </p:txBody>
      </p:sp>
      <p:pic>
        <p:nvPicPr>
          <p:cNvPr id="4" name="Image 0" descr="/tmp/claude-0/-home-claude/b7ba3222-b7aa-56f0-9659-bae9c7791b0a/scratchpad/shots/08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374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KPIs: trips, completed rides, revenue and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Seven-day ride analytics and a ride status 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approval, user block and unblock, promo codes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export, audit log and Ctrl+K command drawer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sign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number plus OTP. The demo OTP is 123456, and the demo number is 9876543210.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a generated CAP-XXXXXXXX ID. Captain accounts are created at sign-up.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admin login. Credentials are set in the .env file (ADMIN_PHONE and ADMIN_PASSWORD).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demo simulates sign-in. Production needs a real SMS or authentication provider.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8</a:t>
            </a:r>
            <a:endParaRPr lang="en-US" sz="900" dirty="0"/>
          </a:p>
        </p:txBody>
      </p:sp>
      <p:pic>
        <p:nvPicPr>
          <p:cNvPr id="4" name="Image 0" descr="/tmp/claude-0/-home-claude/b7ba3222-b7aa-56f0-9659-bae9c7791b0a/scratchpad/shots/grid-more-p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3924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emergency contacts, SOS alert and a pre-ride checklist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Careers: search, filters, applications with a reference number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page: animated route and call to 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page: project details and links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pages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and vanilla JS. localStorage works as a fallback when the API is down.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057400"/>
            <a:ext cx="36576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1887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37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server.js: auth, rides, captain and admin routes, pricing and support.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2057400"/>
            <a:ext cx="36576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 store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37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data/database.json is created on first start. Replace it with a real database for production.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 (need internet)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611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Nominatim: place search (India)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78608" y="35661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88336" y="3611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OSRM: road distance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0016" y="35661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611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with Esri tiles: map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21424" y="35661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1152" y="3611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 and cdnjs: fonts and icons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 (server.js)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and pricing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/api/health, GET /api/pricing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/api/auth/register, /rider-login, /captain-login, /login, /admin-login; GET /api/auth/me; POST /api/auth/logout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and POST /api/rides; PATCH /api/rides/:id/status; POST /api/rides/:id/rating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Captain and admin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/api/captain/summary; GET /api/admin/summary, /users, /rides; PUT /api/admin/pricing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forms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/api/support; POST /api/newsletter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requests expire after 30 seconds without acceptance. Expired rides are cancelled and the rider is notified.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locally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mode with the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   # set JWT_SECRET, ADMIN_PHONE, ADMIN_PASSWORD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              # http://localhost:3000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Static mode (no API, browser data only)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http.server 8000   # http://localhost:8000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Node.js. Dependencies: express and dotenv.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Platform v3.1  | 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OTP are simulated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a JSON file, not a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and booking use different Auto and Cab rates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payments open a link, but the server does not confirm them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and routing need an internet connection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 SMS provider for real OTP sign-in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data to PostgreSQL or another managed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shared rate table for every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payments with a payment provider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automated tests for the API and booking 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RAPIDO Ride Platform v3.1 - Project Overview</dc:title>
  <dc:subject>PptxGenJS Presentation</dc:subject>
  <dc:creator>Yaswanth Infotech</dc:creator>
  <cp:lastModifiedBy>Yaswanth Infotech</cp:lastModifiedBy>
  <cp:revision>1</cp:revision>
  <dcterms:created xsi:type="dcterms:W3CDTF">2026-10-28T11:01:50Z</dcterms:created>
  <dcterms:modified xsi:type="dcterms:W3CDTF">2026-10-28T11:01:50Z</dcterms:modified>
</cp:coreProperties>
</file>